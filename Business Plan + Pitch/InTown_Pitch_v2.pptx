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5CB5"/>
    <a:srgbClr val="1A3A5C"/>
    <a:srgbClr val="E8703A"/>
    <a:srgbClr val="7EB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6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604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2651760" cy="51435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51162F-7CD4-B3B5-680F-246A19ECA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92240" cy="5143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1A26B3-B9DA-CE49-597B-DF9D8AFD65C5}"/>
              </a:ext>
            </a:extLst>
          </p:cNvPr>
          <p:cNvSpPr txBox="1"/>
          <p:nvPr/>
        </p:nvSpPr>
        <p:spPr>
          <a:xfrm>
            <a:off x="1766331" y="3899089"/>
            <a:ext cx="47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Georgia" panose="02040502050405020303" pitchFamily="18" charset="0"/>
              </a:rPr>
              <a:t>Stop scrolling. Start showing up.</a:t>
            </a:r>
          </a:p>
        </p:txBody>
      </p:sp>
      <p:pic>
        <p:nvPicPr>
          <p:cNvPr id="4098" name="Picture 2" descr="Cityscape Background at Night 2862650 Vector Art at Vecteezy">
            <a:extLst>
              <a:ext uri="{FF2B5EF4-FFF2-40B4-BE49-F238E27FC236}">
                <a16:creationId xmlns:a16="http://schemas.microsoft.com/office/drawing/2014/main" id="{1AF213C9-3DD5-E125-713D-380E3BFFE2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89" r="62402"/>
          <a:stretch>
            <a:fillRect/>
          </a:stretch>
        </p:blipFill>
        <p:spPr bwMode="auto">
          <a:xfrm>
            <a:off x="7921783" y="-1"/>
            <a:ext cx="122221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598" y="1780686"/>
            <a:ext cx="1362924" cy="14565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25980" y="278239"/>
            <a:ext cx="4892040" cy="1281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50" b="1" dirty="0">
                <a:solidFill>
                  <a:srgbClr val="0F1B2D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Nobody tells you</a:t>
            </a:r>
            <a:r>
              <a:rPr lang="en-US" sz="3050" dirty="0">
                <a:latin typeface="Georgia" panose="02040502050405020303" pitchFamily="18" charset="0"/>
              </a:rPr>
              <a:t> </a:t>
            </a:r>
            <a:r>
              <a:rPr lang="en-US" sz="3050" b="1" dirty="0">
                <a:solidFill>
                  <a:srgbClr val="0F1B2D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how lonely moving can be.</a:t>
            </a:r>
            <a:endParaRPr lang="en-US" sz="3050" dirty="0">
              <a:latin typeface="Georgia" panose="0204050205040502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911096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11096"/>
            <a:ext cx="2606040" cy="64008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756" y="2157984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5694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Newcomers have no one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3008376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streets but not a single person. Building a social life from zero takes months or years.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73552" y="1915668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64408" y="1911096"/>
            <a:ext cx="2606040" cy="64008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828" y="2149493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70009" y="2581220"/>
            <a:ext cx="18131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can't reach them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364992" y="3012948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cafés and bars want new regulars. But newcomers don't know they exist yet.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72200" y="1920240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1920240"/>
            <a:ext cx="2606040" cy="64008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3196" y="218345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46520" y="25968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events, zero visibility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309360" y="301752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nights, sports games, club trips   they happen. New arrivals just never hear about them.</a:t>
            </a:r>
            <a:endParaRPr lang="en-US" sz="12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0B2E0F5-6ECB-6C36-B253-87055A5E4D3A}"/>
              </a:ext>
            </a:extLst>
          </p:cNvPr>
          <p:cNvSpPr/>
          <p:nvPr/>
        </p:nvSpPr>
        <p:spPr>
          <a:xfrm>
            <a:off x="-692251" y="1"/>
            <a:ext cx="914400" cy="514349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D21D190-A4AA-218D-B2A1-22D60F0F445A}"/>
              </a:ext>
            </a:extLst>
          </p:cNvPr>
          <p:cNvSpPr/>
          <p:nvPr/>
        </p:nvSpPr>
        <p:spPr>
          <a:xfrm>
            <a:off x="8876538" y="9470"/>
            <a:ext cx="914400" cy="514349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tar: 4 Points 25">
            <a:extLst>
              <a:ext uri="{FF2B5EF4-FFF2-40B4-BE49-F238E27FC236}">
                <a16:creationId xmlns:a16="http://schemas.microsoft.com/office/drawing/2014/main" id="{6D03A5B9-CB6A-9CA9-8A0E-ED13B469777D}"/>
              </a:ext>
            </a:extLst>
          </p:cNvPr>
          <p:cNvSpPr/>
          <p:nvPr/>
        </p:nvSpPr>
        <p:spPr>
          <a:xfrm rot="2393829">
            <a:off x="-1162062" y="-1710690"/>
            <a:ext cx="7227677" cy="8688326"/>
          </a:xfrm>
          <a:prstGeom prst="star4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41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F5A623"/>
                </a:solidFill>
                <a:ea typeface="Calibri" pitchFamily="34" charset="-122"/>
                <a:cs typeface="Calibri" pitchFamily="34" charset="-120"/>
              </a:rPr>
              <a:t>OUR SOLUTION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app.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reason to go out.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InTown surfaces curated local events - sports, game nights, reading clubs, social dinners as well as online meetups and lets newcomers join in seconds. For businesses, it's a direct line to people actively looking for their new favourite spot.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40680" y="621792"/>
            <a:ext cx="3429000" cy="749808"/>
          </a:xfrm>
          <a:prstGeom prst="rect">
            <a:avLst/>
          </a:prstGeom>
          <a:solidFill>
            <a:srgbClr val="182B4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80467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99048" y="786384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events by vibe, date &amp; price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40680" y="1993392"/>
            <a:ext cx="3429000" cy="749808"/>
          </a:xfrm>
          <a:prstGeom prst="rect">
            <a:avLst/>
          </a:prstGeom>
          <a:solidFill>
            <a:srgbClr val="182B4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79178" y="2157350"/>
            <a:ext cx="1965959" cy="390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other attendees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40680" y="3364992"/>
            <a:ext cx="3429000" cy="749808"/>
          </a:xfrm>
          <a:prstGeom prst="rect">
            <a:avLst/>
          </a:prstGeom>
          <a:solidFill>
            <a:srgbClr val="182B4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564" y="354003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97603" y="3503458"/>
            <a:ext cx="23003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what's on near you tonight</a:t>
            </a:r>
            <a:endParaRPr lang="en-US" sz="1400" dirty="0"/>
          </a:p>
        </p:txBody>
      </p:sp>
      <p:pic>
        <p:nvPicPr>
          <p:cNvPr id="21" name="Graphic 20" descr="Chat with solid fill">
            <a:extLst>
              <a:ext uri="{FF2B5EF4-FFF2-40B4-BE49-F238E27FC236}">
                <a16:creationId xmlns:a16="http://schemas.microsoft.com/office/drawing/2014/main" id="{B76A2256-CBDF-DED2-1509-8D48EB52D0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6128" y="2149083"/>
            <a:ext cx="457119" cy="45711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2F17DB0-8411-182A-379D-47F0D40973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7705" y="-255379"/>
            <a:ext cx="2248445" cy="14989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344DF1B-5C4B-9E83-1733-6B1DE4944217}"/>
              </a:ext>
            </a:extLst>
          </p:cNvPr>
          <p:cNvSpPr/>
          <p:nvPr/>
        </p:nvSpPr>
        <p:spPr>
          <a:xfrm>
            <a:off x="457200" y="3752209"/>
            <a:ext cx="3100812" cy="60350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0DB752-B92F-BE34-237B-0F7015CE0970}"/>
              </a:ext>
            </a:extLst>
          </p:cNvPr>
          <p:cNvSpPr/>
          <p:nvPr/>
        </p:nvSpPr>
        <p:spPr>
          <a:xfrm>
            <a:off x="457200" y="2706624"/>
            <a:ext cx="3100812" cy="60350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73C50A-924A-5689-9B57-D27FC9ADF026}"/>
              </a:ext>
            </a:extLst>
          </p:cNvPr>
          <p:cNvSpPr/>
          <p:nvPr/>
        </p:nvSpPr>
        <p:spPr>
          <a:xfrm>
            <a:off x="457200" y="1627633"/>
            <a:ext cx="3100812" cy="60350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CUSTOMER BASE</a:t>
            </a:r>
            <a:endParaRPr lang="en-US" sz="95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in a new city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no one to call yet.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54864" cy="594360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9293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city, new university - starting from zero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54864" cy="594360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42657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workers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999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Relocated for a job, need a life to match.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767328"/>
            <a:ext cx="54864" cy="594360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049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International, motivated, underserved.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23560" y="53623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Supporting the SDGs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0" y="1261872"/>
            <a:ext cx="425196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261872"/>
            <a:ext cx="54864" cy="10789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3716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09160" y="16093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 &amp; Wellbeing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1901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connection as a mental health tool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523744"/>
            <a:ext cx="425196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523744"/>
            <a:ext cx="54864" cy="107899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6334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871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3163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from day one for every newcomer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785616"/>
            <a:ext cx="425196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3785616"/>
            <a:ext cx="54864" cy="107899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8953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09160" y="4133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9160" y="44256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Stronger, more connected urban communities</a:t>
            </a:r>
            <a:endParaRPr lang="en-US" sz="1100" dirty="0"/>
          </a:p>
        </p:txBody>
      </p:sp>
      <p:pic>
        <p:nvPicPr>
          <p:cNvPr id="1026" name="Picture 2" descr="Communications materials - United Nations Sustainable Development">
            <a:extLst>
              <a:ext uri="{FF2B5EF4-FFF2-40B4-BE49-F238E27FC236}">
                <a16:creationId xmlns:a16="http://schemas.microsoft.com/office/drawing/2014/main" id="{BE6BEC36-B084-4BC4-BB2F-2A6B212E4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977" y="3857931"/>
            <a:ext cx="887805" cy="88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mmunications materials - United Nations Sustainable Development">
            <a:extLst>
              <a:ext uri="{FF2B5EF4-FFF2-40B4-BE49-F238E27FC236}">
                <a16:creationId xmlns:a16="http://schemas.microsoft.com/office/drawing/2014/main" id="{7B1E87DB-949B-645B-11A7-12BE8FFDE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976" y="1371600"/>
            <a:ext cx="887805" cy="88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mmunications materials - United Nations Sustainable Development">
            <a:extLst>
              <a:ext uri="{FF2B5EF4-FFF2-40B4-BE49-F238E27FC236}">
                <a16:creationId xmlns:a16="http://schemas.microsoft.com/office/drawing/2014/main" id="{DA549D5B-B535-4DC8-B1E7-88683032C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975" y="2596059"/>
            <a:ext cx="887805" cy="88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16">
            <a:extLst>
              <a:ext uri="{FF2B5EF4-FFF2-40B4-BE49-F238E27FC236}">
                <a16:creationId xmlns:a16="http://schemas.microsoft.com/office/drawing/2014/main" id="{4AA80459-A8DE-B967-F632-107BBA42314F}"/>
              </a:ext>
            </a:extLst>
          </p:cNvPr>
          <p:cNvSpPr/>
          <p:nvPr/>
        </p:nvSpPr>
        <p:spPr>
          <a:xfrm>
            <a:off x="182880" y="323959"/>
            <a:ext cx="658368" cy="65836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FD636EAE-FEB1-77C3-409D-28CDDB348B91}"/>
              </a:ext>
            </a:extLst>
          </p:cNvPr>
          <p:cNvSpPr/>
          <p:nvPr/>
        </p:nvSpPr>
        <p:spPr>
          <a:xfrm>
            <a:off x="182880" y="1210927"/>
            <a:ext cx="658368" cy="65836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6107702" y="1064623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 flipV="1">
            <a:off x="5852160" y="2472148"/>
            <a:ext cx="3291840" cy="45719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219" y="2850643"/>
            <a:ext cx="1634164" cy="16341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" y="432381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932688" y="333103"/>
            <a:ext cx="4572000" cy="640080"/>
          </a:xfrm>
          <a:prstGeom prst="rect">
            <a:avLst/>
          </a:prstGeom>
          <a:solidFill>
            <a:srgbClr val="182B42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97280" y="369679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97280" y="607423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one city, onboard venues &amp; early users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94637" y="1320655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932688" y="1265791"/>
            <a:ext cx="4572000" cy="640080"/>
          </a:xfrm>
          <a:prstGeom prst="rect">
            <a:avLst/>
          </a:prstGeom>
          <a:solidFill>
            <a:srgbClr val="182B42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097280" y="1302367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097280" y="1540111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 active users &amp; 50 local venue partners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82880" y="2161903"/>
            <a:ext cx="658368" cy="65836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0" name="Text 17"/>
          <p:cNvSpPr/>
          <p:nvPr/>
        </p:nvSpPr>
        <p:spPr>
          <a:xfrm>
            <a:off x="182880" y="2271631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32688" y="2198479"/>
            <a:ext cx="4572000" cy="640080"/>
          </a:xfrm>
          <a:prstGeom prst="rect">
            <a:avLst/>
          </a:prstGeom>
          <a:solidFill>
            <a:srgbClr val="182B42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097280" y="2235055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097280" y="2472799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&amp; strategic local partnerships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82880" y="3094591"/>
            <a:ext cx="658368" cy="65836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5" name="Text 22"/>
          <p:cNvSpPr/>
          <p:nvPr/>
        </p:nvSpPr>
        <p:spPr>
          <a:xfrm>
            <a:off x="182880" y="3204319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26" name="Shape 23"/>
          <p:cNvSpPr/>
          <p:nvPr/>
        </p:nvSpPr>
        <p:spPr>
          <a:xfrm>
            <a:off x="932688" y="3131167"/>
            <a:ext cx="4572000" cy="640080"/>
          </a:xfrm>
          <a:prstGeom prst="rect">
            <a:avLst/>
          </a:prstGeom>
          <a:solidFill>
            <a:srgbClr val="182B42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097280" y="3167743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097280" y="3405487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isolation, build real-world connections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82880" y="4027279"/>
            <a:ext cx="658368" cy="65836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0" name="Text 27"/>
          <p:cNvSpPr/>
          <p:nvPr/>
        </p:nvSpPr>
        <p:spPr>
          <a:xfrm>
            <a:off x="182880" y="4137007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000" dirty="0">
              <a:solidFill>
                <a:schemeClr val="accent6"/>
              </a:solidFill>
            </a:endParaRPr>
          </a:p>
        </p:txBody>
      </p:sp>
      <p:sp>
        <p:nvSpPr>
          <p:cNvPr id="31" name="Shape 28"/>
          <p:cNvSpPr/>
          <p:nvPr/>
        </p:nvSpPr>
        <p:spPr>
          <a:xfrm>
            <a:off x="932688" y="4063855"/>
            <a:ext cx="4572000" cy="640080"/>
          </a:xfrm>
          <a:prstGeom prst="rect">
            <a:avLst/>
          </a:prstGeom>
          <a:solidFill>
            <a:srgbClr val="182B42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097280" y="4100431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097280" y="4338175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these targets within 6 months of launch</a:t>
            </a:r>
            <a:endParaRPr lang="en-US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8C1CAAF-5E9E-3F7C-C743-9C0FE9F8B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42643"/>
            <a:ext cx="2248445" cy="1498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peech Bubble: Rectangle with Corners Rounded 42">
            <a:extLst>
              <a:ext uri="{FF2B5EF4-FFF2-40B4-BE49-F238E27FC236}">
                <a16:creationId xmlns:a16="http://schemas.microsoft.com/office/drawing/2014/main" id="{CF1BD7FC-4FA0-2A75-97AA-8D6E7369C2E3}"/>
              </a:ext>
            </a:extLst>
          </p:cNvPr>
          <p:cNvSpPr/>
          <p:nvPr/>
        </p:nvSpPr>
        <p:spPr>
          <a:xfrm>
            <a:off x="6126480" y="1504188"/>
            <a:ext cx="2651760" cy="1056132"/>
          </a:xfrm>
          <a:prstGeom prst="wedgeRoundRectCallou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peech Bubble: Rectangle with Corners Rounded 41">
            <a:extLst>
              <a:ext uri="{FF2B5EF4-FFF2-40B4-BE49-F238E27FC236}">
                <a16:creationId xmlns:a16="http://schemas.microsoft.com/office/drawing/2014/main" id="{4FD536F5-241B-9481-9773-904926C2DE56}"/>
              </a:ext>
            </a:extLst>
          </p:cNvPr>
          <p:cNvSpPr/>
          <p:nvPr/>
        </p:nvSpPr>
        <p:spPr>
          <a:xfrm>
            <a:off x="3246120" y="1527049"/>
            <a:ext cx="2651760" cy="1056132"/>
          </a:xfrm>
          <a:prstGeom prst="wedgeRoundRectCallout">
            <a:avLst/>
          </a:prstGeom>
          <a:solidFill>
            <a:srgbClr val="E8703A"/>
          </a:solidFill>
          <a:ln>
            <a:solidFill>
              <a:srgbClr val="E87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peech Bubble: Rectangle with Corners Rounded 40">
            <a:extLst>
              <a:ext uri="{FF2B5EF4-FFF2-40B4-BE49-F238E27FC236}">
                <a16:creationId xmlns:a16="http://schemas.microsoft.com/office/drawing/2014/main" id="{1DC65F99-3920-07EB-A9EC-E8BB0F22D258}"/>
              </a:ext>
            </a:extLst>
          </p:cNvPr>
          <p:cNvSpPr/>
          <p:nvPr/>
        </p:nvSpPr>
        <p:spPr>
          <a:xfrm>
            <a:off x="365760" y="1561157"/>
            <a:ext cx="2651760" cy="1056132"/>
          </a:xfrm>
          <a:prstGeom prst="wedgeRoundRectCallout">
            <a:avLst/>
          </a:prstGeom>
          <a:solidFill>
            <a:srgbClr val="7EB8D4"/>
          </a:solidFill>
          <a:ln>
            <a:solidFill>
              <a:srgbClr val="7EB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Businesses pay to be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their customers already are.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83080"/>
            <a:ext cx="2651760" cy="777240"/>
          </a:xfrm>
          <a:prstGeom prst="rect">
            <a:avLst/>
          </a:prstGeom>
          <a:solidFill>
            <a:srgbClr val="7EB8D4"/>
          </a:solidFill>
          <a:ln>
            <a:solidFill>
              <a:srgbClr val="7EB8D4"/>
            </a:solidFill>
          </a:ln>
        </p:spPr>
      </p:sp>
      <p:sp>
        <p:nvSpPr>
          <p:cNvPr id="9" name="Text 7"/>
          <p:cNvSpPr/>
          <p:nvPr/>
        </p:nvSpPr>
        <p:spPr>
          <a:xfrm>
            <a:off x="502920" y="18105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22311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events / month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798064"/>
            <a:ext cx="100584" cy="100584"/>
          </a:xfrm>
          <a:prstGeom prst="ellipse">
            <a:avLst/>
          </a:prstGeom>
          <a:solidFill>
            <a:srgbClr val="7EB8D4"/>
          </a:solidFill>
          <a:ln w="12700">
            <a:solidFill>
              <a:srgbClr val="7EB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701871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visibility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310128"/>
            <a:ext cx="100584" cy="100584"/>
          </a:xfrm>
          <a:prstGeom prst="ellipse">
            <a:avLst/>
          </a:prstGeom>
          <a:solidFill>
            <a:srgbClr val="7EB8D4"/>
          </a:solidFill>
          <a:ln w="12700">
            <a:solidFill>
              <a:srgbClr val="7EB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13935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listing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822192"/>
            <a:ext cx="100584" cy="100584"/>
          </a:xfrm>
          <a:prstGeom prst="ellipse">
            <a:avLst/>
          </a:prstGeom>
          <a:solidFill>
            <a:srgbClr val="7EB8D4"/>
          </a:solidFill>
          <a:ln w="12700">
            <a:solidFill>
              <a:srgbClr val="7EB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725999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1783080"/>
            <a:ext cx="2651760" cy="3017520"/>
          </a:xfrm>
          <a:prstGeom prst="rect">
            <a:avLst/>
          </a:prstGeom>
          <a:solidFill>
            <a:srgbClr val="E8703A"/>
          </a:solidFill>
          <a:ln/>
          <a:effectLst>
            <a:outerShdw blurRad="228600" dist="635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783080"/>
            <a:ext cx="2651760" cy="777240"/>
          </a:xfrm>
          <a:prstGeom prst="rect">
            <a:avLst/>
          </a:prstGeom>
          <a:solidFill>
            <a:srgbClr val="E8703A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8105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383280" y="22311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events / month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47288" y="2798064"/>
            <a:ext cx="100584" cy="100584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48456" y="268376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visibility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47288" y="3310128"/>
            <a:ext cx="100584" cy="100584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32101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listing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47288" y="3822192"/>
            <a:ext cx="100584" cy="100584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48456" y="37313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178308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783080"/>
            <a:ext cx="26517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18105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263640" y="22311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events / month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27648" y="2798064"/>
            <a:ext cx="100584" cy="10058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2697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visibility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27648" y="3310128"/>
            <a:ext cx="100584" cy="10058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2095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placement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27648" y="3822192"/>
            <a:ext cx="100584" cy="10058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37216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+ One-time event listings available (15€) - no subscription required</a:t>
            </a:r>
            <a:endParaRPr lang="en-US" sz="11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375AB73-4BC2-75A4-3B59-73FFCF032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26" y="-134534"/>
            <a:ext cx="2107194" cy="140479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5084ED51-B031-B26C-C56C-A5DDB7A8D17F}"/>
              </a:ext>
            </a:extLst>
          </p:cNvPr>
          <p:cNvSpPr txBox="1"/>
          <p:nvPr/>
        </p:nvSpPr>
        <p:spPr>
          <a:xfrm>
            <a:off x="2019013" y="1737580"/>
            <a:ext cx="8613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2"/>
                </a:solidFill>
              </a:rPr>
              <a:t>30€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AF393B-886F-6FC1-E359-68F11C178B98}"/>
              </a:ext>
            </a:extLst>
          </p:cNvPr>
          <p:cNvSpPr txBox="1"/>
          <p:nvPr/>
        </p:nvSpPr>
        <p:spPr>
          <a:xfrm>
            <a:off x="4967953" y="1737360"/>
            <a:ext cx="8613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2"/>
                </a:solidFill>
              </a:rPr>
              <a:t>40€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441F96-A79A-30E5-AE9B-3B7C9215B681}"/>
              </a:ext>
            </a:extLst>
          </p:cNvPr>
          <p:cNvSpPr txBox="1"/>
          <p:nvPr/>
        </p:nvSpPr>
        <p:spPr>
          <a:xfrm>
            <a:off x="7779733" y="1725841"/>
            <a:ext cx="8613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2"/>
                </a:solidFill>
              </a:rPr>
              <a:t>65€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987552" y="2423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&amp; TikTok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87552" y="27066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content showing real events, real people - not stock photos. Targeted at under-35s who just moved.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87552" y="3319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as marketing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87552" y="36027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attendee shares, tags, reviews. The event itself drives the next signup. No ad spend needed.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987552" y="4215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"Meet people in your city"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987552" y="44988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message. Not about entertainment - about belonging. That line travels.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897880" y="47548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chemeClr val="accent2"/>
                </a:solidFill>
                <a:latin typeface="Georgia" panose="02040502050405020303" pitchFamily="18" charset="0"/>
              </a:rPr>
              <a:t>59%</a:t>
            </a:r>
          </a:p>
        </p:txBody>
      </p:sp>
      <p:sp>
        <p:nvSpPr>
          <p:cNvPr id="16" name="Text 11"/>
          <p:cNvSpPr/>
          <p:nvPr/>
        </p:nvSpPr>
        <p:spPr>
          <a:xfrm>
            <a:off x="5897880" y="12618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Europeans want to participate in events, not just watch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35040" y="1883664"/>
            <a:ext cx="2377440" cy="27432"/>
          </a:xfrm>
          <a:prstGeom prst="rect">
            <a:avLst/>
          </a:prstGeom>
          <a:solidFill>
            <a:srgbClr val="253A52"/>
          </a:solidFill>
          <a:ln w="12700">
            <a:solidFill>
              <a:srgbClr val="253A5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897880" y="2011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5897880" y="27980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consumers feel closer to a brand after attending a cultural event</a:t>
            </a:r>
            <a:endParaRPr lang="en-US" sz="115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035040" y="3419856"/>
            <a:ext cx="2377440" cy="27432"/>
          </a:xfrm>
          <a:prstGeom prst="rect">
            <a:avLst/>
          </a:prstGeom>
          <a:solidFill>
            <a:srgbClr val="253A52"/>
          </a:solidFill>
          <a:ln w="12700">
            <a:solidFill>
              <a:srgbClr val="253A5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897880" y="35478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4400" dirty="0"/>
          </a:p>
        </p:txBody>
      </p:sp>
      <p:sp>
        <p:nvSpPr>
          <p:cNvPr id="22" name="Text 17"/>
          <p:cNvSpPr/>
          <p:nvPr/>
        </p:nvSpPr>
        <p:spPr>
          <a:xfrm>
            <a:off x="5897880" y="43342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of Gen Z discover brands through events, creators, and cultural moments</a:t>
            </a:r>
            <a:endParaRPr lang="en-US" sz="115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9E0ACB4-2E7F-087B-7668-652B82EB1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202" y="-383641"/>
            <a:ext cx="2955798" cy="1970532"/>
          </a:xfrm>
          <a:prstGeom prst="rect">
            <a:avLst/>
          </a:prstGeom>
        </p:spPr>
      </p:pic>
      <p:pic>
        <p:nvPicPr>
          <p:cNvPr id="2050" name="Picture 2" descr="📱 Mobile Phone Emoji: Meaning &amp; Usage">
            <a:extLst>
              <a:ext uri="{FF2B5EF4-FFF2-40B4-BE49-F238E27FC236}">
                <a16:creationId xmlns:a16="http://schemas.microsoft.com/office/drawing/2014/main" id="{FCE5A289-DB7D-7EE0-0655-5F254C925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46" y="2505647"/>
            <a:ext cx="557593" cy="557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Megaphone - Free marketing icons">
            <a:extLst>
              <a:ext uri="{FF2B5EF4-FFF2-40B4-BE49-F238E27FC236}">
                <a16:creationId xmlns:a16="http://schemas.microsoft.com/office/drawing/2014/main" id="{7E732350-DF5D-A719-8647-8553A2DF9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34" y="3419856"/>
            <a:ext cx="485014" cy="485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Chat Emoji PNGs for Free Download">
            <a:extLst>
              <a:ext uri="{FF2B5EF4-FFF2-40B4-BE49-F238E27FC236}">
                <a16:creationId xmlns:a16="http://schemas.microsoft.com/office/drawing/2014/main" id="{03921F4D-8B7C-D0BF-AF50-5E218B0C6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655" y="4261486"/>
            <a:ext cx="557593" cy="557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91640"/>
            <a:ext cx="9144000" cy="502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6032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Us.</a:t>
            </a:r>
            <a:endParaRPr lang="en-US" sz="6200" dirty="0">
              <a:solidFill>
                <a:schemeClr val="accent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city where no one spends </a:t>
            </a:r>
            <a:r>
              <a:rPr lang="en-US" sz="1700" i="1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years </a:t>
            </a:r>
            <a:r>
              <a:rPr lang="en-US" sz="1700" i="1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51560" y="3182112"/>
            <a:ext cx="1005840" cy="1005840"/>
          </a:xfrm>
          <a:prstGeom prst="ellipse">
            <a:avLst/>
          </a:prstGeom>
          <a:solidFill>
            <a:srgbClr val="E8703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34290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" y="427939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Launching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city first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749040" y="3182112"/>
            <a:ext cx="1005840" cy="1005840"/>
          </a:xfrm>
          <a:prstGeom prst="ellipse">
            <a:avLst/>
          </a:prstGeom>
          <a:solidFill>
            <a:srgbClr val="E8703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28" y="34290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427939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users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6 months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46520" y="3182112"/>
            <a:ext cx="1005840" cy="1005840"/>
          </a:xfrm>
          <a:prstGeom prst="ellipse">
            <a:avLst/>
          </a:prstGeom>
          <a:solidFill>
            <a:srgbClr val="E8703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342900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36792" y="427939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venue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kern="0" spc="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kern="0" spc="200" dirty="0" err="1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InTown</a:t>
            </a:r>
            <a:r>
              <a:rPr lang="en-US" sz="1000" kern="0" spc="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2FDC90-39CF-A143-ACCA-7A132BE5C4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3043" y="-91440"/>
            <a:ext cx="2778633" cy="185242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1D94989-E104-4B75-CA50-46851D2069F7}"/>
              </a:ext>
            </a:extLst>
          </p:cNvPr>
          <p:cNvSpPr txBox="1"/>
          <p:nvPr/>
        </p:nvSpPr>
        <p:spPr>
          <a:xfrm>
            <a:off x="2704369" y="1763824"/>
            <a:ext cx="3845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Georgia" panose="02040502050405020303" pitchFamily="18" charset="0"/>
              </a:rPr>
              <a:t>New city. New people. Tonight.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517</Words>
  <Application>Microsoft Office PowerPoint</Application>
  <PresentationFormat>On-screen Show (16:9)</PresentationFormat>
  <Paragraphs>105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InTown Pitch Deck</dc:title>
  <dc:subject>PptxGenJS Presentation</dc:subject>
  <dc:creator>PptxGenJS</dc:creator>
  <cp:lastModifiedBy>TheSun King</cp:lastModifiedBy>
  <cp:revision>11</cp:revision>
  <dcterms:created xsi:type="dcterms:W3CDTF">2026-04-30T18:54:50Z</dcterms:created>
  <dcterms:modified xsi:type="dcterms:W3CDTF">2026-04-30T23:09:52Z</dcterms:modified>
</cp:coreProperties>
</file>